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AI Agent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700">
                <a:solidFill>
                  <a:srgbClr val="CFDEEB"/>
                </a:solidFill>
              </a:rPr>
              <a:t>프롬프트 한 번에서 자율 개발 시스템까지</a:t>
            </a:r>
          </a:p>
          <a:p>
            <a:pPr>
              <a:spcAft>
                <a:spcPts val="1700"/>
              </a:spcAft>
            </a:pPr>
            <a:r>
              <a:rPr sz="2700">
                <a:solidFill>
                  <a:srgbClr val="CFDEEB"/>
                </a:solidFill>
              </a:rPr>
              <a:t>2026.10.21 · 개발자 대상 30분 데모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오늘 가져갈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1. Agent 내부의 도구 호출 반복과 외부 Loop는 다르다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2. AI의 완료 선언이 아니라 독립적인 테스트가 종료를 결정한다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3. 반복 횟수·타임아웃·권한·로그는 필수다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기존 방식 vs 자율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기존: 사람 요청 → AI 작성 → 사람 검증 → 사람 재요청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자율: 목표 → AI 실행 → 테스트 → 실패 피드백 → 새 AI 세션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성공 또는 중단 조건까지 외부 Controller가 반복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두 종류의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Inner Loop: 하나의 AI 세션 안에서 모델↔도구 실행 반복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Outer Loop: 외부 프로그램이 세션 실행↔독립 검증 반복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이번 데모는 Outer Loop에 초점을 맞춘다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구성 요소 5개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Goal: 요구사항 / Acceptance: 검증 테스트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Worker: Claude Code 또는 Kiro CLI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Controller: Python loop.py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Memory: 검증 출력 + .loop/ 실행 기록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Guardrails: 최대 5회, 세션 타임아웃, 보호 파일 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데모 시나리오: 할인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정상: 1,000원에 10% 할인 → 900원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예외: 할인율 -1%, 101%는 IllegalArgumentException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초기 구현은 잘못된 할인율을 허용한다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목표: 테스트를 삭제하지 않고 코드를 고쳐 모두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데모 실행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1. python verify.py → FAIL 확인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2. python loop.py --provider mock --reset → 2회 반복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3. python loop.py --provider claude --reset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   또는 --provider kiro --reset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4. .loop/iteration-*.json 및 소스 변경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왜 단순 프롬프트와 다른가?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AI 세션이 끝나도 Controller가 결과를 판정한다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실패 로그를 다음 새 세션에 전달한다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모델이 “성공”이라고 해도 테스트가 실패하면 반복한다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최대 반복 횟수에 도달하면 실패로 종료한다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운영 적용 전 꼭 필요한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실행 환경 격리 / 최소 권한 / 비밀정보 제거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테스트 및 검증기 변조 방지 (데모 검사는 보안 격리 아님)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실행 예산과 타임아웃 / 중복 실행 방지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관측성: 실패 원인·변경 diff·비용·횟수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Human approval: PR 머지·배포·권한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우리 팀에서 어디에 쓸까?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API 테스트 자동 생성 및 실패 복구 제안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CI 실패 원인 분석 → 수정 PR 초안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SonarQube 이슈 수정 → 스캔 → 재검증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단, 테스트 기준 변경과 배포는 사람이 승인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핵심 메시지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Loop = AI를 계속 돌리는 기술이 아니라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“목표 → 실행 → 독립 검증 → 피드백”을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통제 가능한 시스템으로 만드는 방법</a:t>
            </a:r>
          </a:p>
          <a:p>
            <a:pPr>
              <a:spcAft>
                <a:spcPts val="1700"/>
              </a:spcAft>
            </a:pP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질문: 우리 팀의 어떤 작업을 먼저 Loop로 만들까?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