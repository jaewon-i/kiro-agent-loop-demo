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0" r:id="rId22"/>
    <p:sldId id="271" r:id="rId23"/>
    <p:sldId id="262" r:id="rId13"/>
    <p:sldId id="267" r:id="rId18"/>
    <p:sldId id="268" r:id="rId20"/>
    <p:sldId id="269" r:id="rId21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9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7.xml"/><Relationship Id="rId23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2026-10-20 Mac, kiro-cli 2.32.0 실제 실행 결과 (docs/captures/run-kiro-real.txt). 쉬운 목표는 1회에 끝나는 것이 정상이다. 그래도 완료 판정은 Kiro가 아니라 Controller의 QA Gate가 내렸다는 점을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--inject-fault는 명시적 데모 모드다. 1회차에 Kiro는 올바르게 고쳤지만 Controller가 일부러 가격 검증을 지웠다. 이 실패는 AI의 실패가 아니라고 반드시 말할 것. 보여줄 핵심: 사람 입력 없이 실패 로그가 새 Kiro 세션에 전달되고 2회차에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판정과 변경은 .loop/에 남는다 (docs/captures/loop-inject-fault/). 가드레일 검증: 에이전트가 테스트 파일을 바꾸는 상황을 시뮬레이션하자 Controller가 복원하고 GUARDRAIL_STOP(exit 3)으로 종료했다. 단, 이 검사는 보안 샌드박스가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Controller는 코드를 고치지 않는다. 일을 맡기고(②), 검수하고(③④), 다시 시킬지 끝낼지 정한다(⑤). 사람이 하던 "테스트 돌려보고 틀렸으면 다시 시키기"를 프로그램으로 만든 것. CI가 PR마다 테스트를 돌리는 것과 같고, 차이는 실패하면 AI를 다시 부른다는 점. Controller는 AI가 아니라 일반 if문이다 — 그래서 믿을 수 있다. 보라색 ②만 AI(Kiro)이고, 그 안에서 Kiro 자체의 Inner Loop(읽기→수정→답변)가 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loop.py는 로그·출력·기록 코드 포함 약 250줄이지만 반복의 뼈대는 이것뿐이다. 중요한 줄은 ④: Kiro가 무엇을 말했든 qa_gate()의 결과만으로 판정한다. 종료 경로는 PASS / GUARDRAIL_STOP / AGENT_ERROR / MAX_ITERATIONS 네 가지이며 모두 Controller가 결정한다.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AI Agent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700">
                <a:solidFill>
                  <a:srgbClr val="CFDEEB"/>
                </a:solidFill>
              </a:rPr>
              <a:t>프롬프트 한 번에서 자율 개발 시스템까지</a:t>
            </a:r>
          </a:p>
          <a:p>
            <a:pPr>
              <a:spcAft>
                <a:spcPts val="1700"/>
              </a:spcAft>
            </a:pPr>
            <a:r>
              <a:rPr sz="2700">
                <a:solidFill>
                  <a:srgbClr val="CFDEEB"/>
                </a:solidFill>
              </a:rPr>
              <a:t>2026.10.21 · 개발자 대상 30분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오늘 가져갈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1. Agent 내부의 도구 호출 반복과 외부 Loop는 다르다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2. AI의 완료 선언이 아니라 독립적인 테스트가 종료를 결정한다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3. 반복 횟수·타임아웃·권한·로그는 필수다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기존 방식 vs 자율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기존: 사람 요청 → AI 작성 → 사람 검증 → 사람 재요청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자율: 목표 → AI 실행 → 테스트 → 실패 피드백 → 새 AI 세션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성공 또는 중단 조건까지 외부 Controller가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두 종류의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Inner Loop: 하나의 AI 세션 안에서 모델↔도구 실행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Outer Loop: 외부 프로그램이 세션 실행↔독립 검증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이번 데모는 Outer Loop에 초점을 맞춘다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구성 요소 5개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Goal: 요구사항 / Acceptance: verify.py (Java 테스트)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Worker: Kiro CLI 2.32.0 (비대화형, 매 회 새 세션)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Controller: Python loop.py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Memory: QA 실패 출력 + .loop/ 실행 기록·diff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Guardrails: 최대 5회, 세션 타임아웃, 보호 파일 검사,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   fs_read/fs_write 도구만 허용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데모 시나리오: 할인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정상: 1,000원에 10% 할인 → 900원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경계: 0% → 1,000원, 100% → 0원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예외: 할인율 -1%, 101%, 금액 -1원 → IllegalArgumentException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초기 구현은 잘못된 입력을 모두 허용한다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목표: 테스트를 건드리지 않고 코드를 고쳐 모두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Controller(loop.py)는 무엇을 하나?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07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397AB"/>
                </a:solidFill>
              </a:rPr>
              <a:t>감독관 = loop.py (AI 아님, if문)       작업자 = Kiro CLI (AI)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① 검사</a:t>
            </a:r>
          </a:p>
          <a:p>
            <a:pPr algn="ctr"/>
            <a:r>
              <a:rPr sz="1400" b="0">
                <a:solidFill>
                  <a:srgbClr val="CFDEEB"/>
                </a:solidFill>
              </a:rPr>
              <a:t>verify.py 실행</a:t>
            </a:r>
          </a:p>
          <a:p>
            <a:pPr algn="ctr"/>
            <a:r>
              <a:rPr sz="1200" b="0">
                <a:solidFill>
                  <a:srgbClr val="8397AB"/>
                </a:solidFill>
              </a:rPr>
              <a:t>Java 컴파일+테스트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403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E183D"/>
          </a:solidFill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② 작업 지시</a:t>
            </a:r>
          </a:p>
          <a:p>
            <a:pPr algn="ctr"/>
            <a:r>
              <a:rPr sz="1400" b="0">
                <a:solidFill>
                  <a:srgbClr val="CFDEEB"/>
                </a:solidFill>
              </a:rPr>
              <a:t>새 Kiro 세션 실행</a:t>
            </a:r>
          </a:p>
          <a:p>
            <a:pPr algn="ctr"/>
            <a:r>
              <a:rPr sz="1200" b="0">
                <a:solidFill>
                  <a:srgbClr val="8397AB"/>
                </a:solidFill>
              </a:rPr>
              <a:t>요구사항 + 실패 로그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③ 변조 검사</a:t>
            </a:r>
          </a:p>
          <a:p>
            <a:pPr algn="ctr"/>
            <a:r>
              <a:rPr sz="1400" b="0">
                <a:solidFill>
                  <a:srgbClr val="CFDEEB"/>
                </a:solidFill>
              </a:rPr>
              <a:t>테스트·검증기</a:t>
            </a:r>
          </a:p>
          <a:p>
            <a:pPr algn="ctr"/>
            <a:r>
              <a:rPr sz="1200" b="0">
                <a:solidFill>
                  <a:srgbClr val="8397AB"/>
                </a:solidFill>
              </a:rPr>
              <a:t>바뀌었으면 복원·중단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837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④ 재검사</a:t>
            </a:r>
          </a:p>
          <a:p>
            <a:pPr algn="ctr"/>
            <a:r>
              <a:rPr sz="1400" b="0">
                <a:solidFill>
                  <a:srgbClr val="CFDEEB"/>
                </a:solidFill>
              </a:rPr>
              <a:t>verify.py 직접 실행</a:t>
            </a:r>
          </a:p>
          <a:p>
            <a:pPr algn="ctr"/>
            <a:r>
              <a:rPr sz="1200" b="0">
                <a:solidFill>
                  <a:srgbClr val="8397AB"/>
                </a:solidFill>
              </a:rPr>
              <a:t>Kiro의 "고쳤다"는 무시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25400">
            <a:solidFill>
              <a:srgbClr val="31D3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⑤ 판정</a:t>
            </a:r>
          </a:p>
          <a:p>
            <a:pPr algn="ctr"/>
            <a:r>
              <a:rPr sz="1400" b="1">
                <a:solidFill>
                  <a:srgbClr val="4ADE80"/>
                </a:solidFill>
              </a:rPr>
              <a:t>PASS → 종료</a:t>
            </a:r>
          </a:p>
          <a:p>
            <a:pPr algn="ctr"/>
            <a:r>
              <a:rPr sz="1400" b="1">
                <a:solidFill>
                  <a:srgbClr val="FF6B6B"/>
                </a:solidFill>
              </a:rPr>
              <a:t>FAIL → ②로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80" y="2377440"/>
            <a:ext cx="342900" cy="0"/>
          </a:xfrm>
          <a:prstGeom prst="line">
            <a:avLst/>
          </a:prstGeom>
          <a:ln w="25400">
            <a:solidFill>
              <a:srgbClr val="CFDE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69180" y="2377440"/>
            <a:ext cx="342900" cy="0"/>
          </a:xfrm>
          <a:prstGeom prst="line">
            <a:avLst/>
          </a:prstGeom>
          <a:ln w="25400">
            <a:solidFill>
              <a:srgbClr val="CFDE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040880" y="2377440"/>
            <a:ext cx="342900" cy="0"/>
          </a:xfrm>
          <a:prstGeom prst="line">
            <a:avLst/>
          </a:prstGeom>
          <a:ln w="25400">
            <a:solidFill>
              <a:srgbClr val="CFDE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212580" y="2377440"/>
            <a:ext cx="342900" cy="0"/>
          </a:xfrm>
          <a:prstGeom prst="line">
            <a:avLst/>
          </a:prstGeom>
          <a:ln w="25400">
            <a:solidFill>
              <a:srgbClr val="CFDE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469880" y="2971800"/>
            <a:ext cx="0" cy="457200"/>
          </a:xfrm>
          <a:prstGeom prst="line">
            <a:avLst/>
          </a:prstGeom>
          <a:ln w="254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54780" y="3429000"/>
            <a:ext cx="6515100" cy="0"/>
          </a:xfrm>
          <a:prstGeom prst="line">
            <a:avLst/>
          </a:prstGeom>
          <a:ln w="254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954780" y="2971800"/>
            <a:ext cx="0" cy="457200"/>
          </a:xfrm>
          <a:prstGeom prst="line">
            <a:avLst/>
          </a:prstGeom>
          <a:ln w="25400">
            <a:solidFill>
              <a:srgbClr val="F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46220" y="3456432"/>
            <a:ext cx="65151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6B6B"/>
                </a:solidFill>
              </a:rPr>
              <a:t>FAIL: 실패 로그를 들고 새 Kiro 세션 시작 (사람 입력 없음)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886200"/>
            <a:ext cx="4000500" cy="640080"/>
          </a:xfrm>
          <a:prstGeom prst="roundRect">
            <a:avLst>
              <a:gd name="adj" fmla="val 8000"/>
            </a:avLst>
          </a:prstGeom>
          <a:solidFill>
            <a:srgbClr val="0E1625"/>
          </a:solidFill>
          <a:ln w="15875">
            <a:solidFill>
              <a:srgbClr val="7C5C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300" b="1">
                <a:solidFill>
                  <a:srgbClr val="7C5CFF"/>
                </a:solidFill>
              </a:rPr>
              <a:t>Kiro 내부 (Inner Loop)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파일 읽기 → 수정 → "고쳤습니다" → 종료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709160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400" b="1">
                <a:solidFill>
                  <a:srgbClr val="31D3B1"/>
                </a:solidFill>
              </a:rPr>
              <a:t>종료 조건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PASS · 최대 5회 · 세션 300초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Kiro 오류 · 보호 파일 변조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709160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400" b="1">
                <a:solidFill>
                  <a:srgbClr val="31D3B1"/>
                </a:solidFill>
              </a:rPr>
              <a:t>기록 .loop/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회차별 결과 · Kiro 로그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코드 diff · summary.json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709160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400" b="1">
                <a:solidFill>
                  <a:srgbClr val="31D3B1"/>
                </a:solidFill>
              </a:rPr>
              <a:t>기억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Kiro는 매번 새 세션(기억 없음)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다음 세션에 넘기는 실패 로그가 기억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97580" y="2971800"/>
            <a:ext cx="0" cy="914400"/>
          </a:xfrm>
          <a:prstGeom prst="line">
            <a:avLst/>
          </a:prstGeom>
          <a:ln w="25400">
            <a:solidFill>
              <a:srgbClr val="7C5C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loop.py 핵심 로직 (약 15줄)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08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463040"/>
            <a:ext cx="10515600" cy="411480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058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ok, log = qa_gate()                        # ① 현재 상태 검사 (verify.py)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if ok: return "ALREADY_PASSING"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/>
            </a:r>
          </a:p>
          <a:p>
            <a:r>
              <a:rPr sz="1500" b="0">
                <a:solidFill>
                  <a:srgbClr val="31D3B1"/>
                </a:solidFill>
                <a:latin typeface="Menlo"/>
                <a:ea typeface="Apple SD Gothic Neo"/>
              </a:rPr>
              <a:t>for i in range(1, 6):                      # 최대 5회</a:t>
            </a:r>
          </a:p>
          <a:p>
            <a:r>
              <a:rPr sz="1500" b="0">
                <a:solidFill>
                  <a:srgbClr val="7C5CFF"/>
                </a:solidFill>
                <a:latin typeface="Menlo"/>
                <a:ea typeface="Apple SD Gothic Neo"/>
              </a:rPr>
              <a:t>    run_kiro(prompt + log, timeout=300)    # ② 새 Kiro 세션 = 작업 지시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    if protected_files_changed():          # ③ 테스트·검증기 변조 검사</a:t>
            </a:r>
          </a:p>
          <a:p>
            <a:r>
              <a:rPr sz="1500" b="0">
                <a:solidFill>
                  <a:srgbClr val="FF6B6B"/>
                </a:solidFill>
                <a:latin typeface="Menlo"/>
                <a:ea typeface="Apple SD Gothic Neo"/>
              </a:rPr>
              <a:t>        restore(); return "GUARDRAIL_STOP"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    ok, log = qa_gate()                    # ④ AI 말 대신 직접 검사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    save_record(i, ok, log, diff)          # .loop/ 에 기록</a:t>
            </a:r>
          </a:p>
          <a:p>
            <a:r>
              <a:rPr sz="1500" b="0">
                <a:solidFill>
                  <a:srgbClr val="4ADE80"/>
                </a:solidFill>
                <a:latin typeface="Menlo"/>
                <a:ea typeface="Apple SD Gothic Neo"/>
              </a:rPr>
              <a:t>    if ok: return "PASS"                   # ⑤ 판정: 성공</a:t>
            </a:r>
          </a:p>
          <a:p>
            <a:r>
              <a:rPr sz="1500" b="0">
                <a:solidFill>
                  <a:srgbClr val="FF6B6B"/>
                </a:solidFill>
                <a:latin typeface="Menlo"/>
                <a:ea typeface="Apple SD Gothic Neo"/>
              </a:rPr>
              <a:t>    if kiro_failed: return "AGENT_ERROR"   #    도구·인증·타임아웃 오류</a:t>
            </a:r>
          </a:p>
          <a:p>
            <a:r>
              <a:rPr sz="1500" b="0">
                <a:solidFill>
                  <a:srgbClr val="8397AB"/>
                </a:solidFill>
                <a:latin typeface="Menlo"/>
                <a:ea typeface="Apple SD Gothic Neo"/>
              </a:rPr>
              <a:t>    # FAIL이면 log를 들고 다음 회차로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/>
            </a:r>
          </a:p>
          <a:p>
            <a:r>
              <a:rPr sz="1500" b="0">
                <a:solidFill>
                  <a:srgbClr val="FF6B6B"/>
                </a:solidFill>
                <a:latin typeface="Menlo"/>
                <a:ea typeface="Apple SD Gothic Neo"/>
              </a:rPr>
              <a:t>return "MAX_ITERATIONS"                    # 5회 모두 실패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715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DEEB"/>
                </a:solidFill>
              </a:rPr>
              <a:t>Controller는 AI가 아니다 — 테스트 결과(PASS/FAIL)만 보고 if문으로 결정한다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데모 실행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1. python3 verify.py → FAIL 확인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2. python3 loop.py --provider mock --reset (리허설)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3. python3 loop.py --provider kiro --reset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4. ... --provider kiro --reset --inject-fault (데모 모드)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5. .loop/summary.json · iteration-NN.json · diff-NN.patch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실제 실행 ①: Kiro가 1회에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10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463040"/>
            <a:ext cx="10515600" cy="384048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1D3B1"/>
                </a:solidFill>
                <a:latin typeface="Menlo"/>
                <a:ea typeface="Apple SD Gothic Neo"/>
              </a:rPr>
              <a:t>$ python3 loop.py --provider kiro --reset</a:t>
            </a:r>
          </a:p>
          <a:p>
            <a:r>
              <a:rPr sz="1300" b="0">
                <a:solidFill>
                  <a:srgbClr val="FF6B6B"/>
                </a:solidFill>
                <a:latin typeface="Menlo"/>
                <a:ea typeface="Apple SD Gothic Neo"/>
              </a:rPr>
              <a:t>[QA GATE] initial: FAIL</a:t>
            </a:r>
          </a:p>
          <a:p>
            <a:r>
              <a:rPr sz="1300" b="0">
                <a:solidFill>
                  <a:srgbClr val="CFDEEB"/>
                </a:solidFill>
                <a:latin typeface="Menlo"/>
                <a:ea typeface="Apple SD Gothic Neo"/>
              </a:rPr>
              <a:t>  AssertionError: Expected IllegalArgumentException for rate=-1</a:t>
            </a:r>
          </a:p>
          <a:p>
            <a:r>
              <a:rPr sz="1300" b="0">
                <a:solidFill>
                  <a:srgbClr val="31D3B1"/>
                </a:solidFill>
                <a:latin typeface="Menlo"/>
                <a:ea typeface="Apple SD Gothic Neo"/>
              </a:rPr>
              <a:t>[LOOP 1/5] starting NEW kiro session (no human input)</a:t>
            </a:r>
          </a:p>
          <a:p>
            <a:r>
              <a:rPr sz="1300" b="0">
                <a:solidFill>
                  <a:srgbClr val="8397AB"/>
                </a:solidFill>
                <a:latin typeface="Menlo"/>
                <a:ea typeface="Apple SD Gothic Neo"/>
              </a:rPr>
              <a:t>  │ [tool] Reading DiscountCalculator.java, DiscountTest.java</a:t>
            </a:r>
          </a:p>
          <a:p>
            <a:r>
              <a:rPr sz="1300" b="0">
                <a:solidFill>
                  <a:srgbClr val="8397AB"/>
                </a:solidFill>
                <a:latin typeface="Menlo"/>
                <a:ea typeface="Apple SD Gothic Neo"/>
              </a:rPr>
              <a:t>  │ [tool] Editing DiscountCalculator.java</a:t>
            </a:r>
          </a:p>
          <a:p>
            <a:r>
              <a:rPr sz="1300" b="0">
                <a:solidFill>
                  <a:srgbClr val="8397AB"/>
                </a:solidFill>
                <a:latin typeface="Menlo"/>
                <a:ea typeface="Apple SD Gothic Neo"/>
              </a:rPr>
              <a:t>  │ Added guards ... rate outside [0,100] or price is negative</a:t>
            </a:r>
          </a:p>
          <a:p>
            <a:r>
              <a:rPr sz="1300" b="0">
                <a:solidFill>
                  <a:srgbClr val="8397AB"/>
                </a:solidFill>
                <a:latin typeface="Menlo"/>
                <a:ea typeface="Apple SD Gothic Neo"/>
              </a:rPr>
              <a:t>  [AGENT] session ended: exit=0 (17.4s). Agent claim is NOT trusted</a:t>
            </a:r>
          </a:p>
          <a:p>
            <a:r>
              <a:rPr sz="1300" b="0">
                <a:solidFill>
                  <a:srgbClr val="4ADE80"/>
                </a:solidFill>
                <a:latin typeface="Menlo"/>
                <a:ea typeface="Apple SD Gothic Neo"/>
              </a:rPr>
              <a:t>[QA GATE] PASS   ALL TESTS PASSED</a:t>
            </a:r>
          </a:p>
          <a:p>
            <a:r>
              <a:rPr sz="1300" b="0">
                <a:solidFill>
                  <a:srgbClr val="4ADE80"/>
                </a:solidFill>
                <a:latin typeface="Menlo"/>
                <a:ea typeface="Apple SD Gothic Neo"/>
              </a:rPr>
              <a:t>SUCCESS: QA Gate passed on iteration 1. Controller stops the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40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DEEB"/>
                </a:solidFill>
              </a:rPr>
              <a:t>쉬운 목표는 1회에 끝나는 게 정상 — 그래도 "완료"는 Kiro가 아니라 QA Gate가 승인했다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실제 실행 ②: QA FAIL → 새 세션 자동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11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371600"/>
            <a:ext cx="10515600" cy="420624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4630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1D3B1"/>
                </a:solidFill>
                <a:latin typeface="Menlo"/>
                <a:ea typeface="Apple SD Gothic Neo"/>
              </a:rPr>
              <a:t>$ python3 loop.py --provider kiro --reset --inject-fault</a:t>
            </a:r>
          </a:p>
          <a:p>
            <a:r>
              <a:rPr sz="1200" b="0">
                <a:solidFill>
                  <a:srgbClr val="31D3B1"/>
                </a:solidFill>
                <a:latin typeface="Menlo"/>
                <a:ea typeface="Apple SD Gothic Neo"/>
              </a:rPr>
              <a:t>[LOOP 1/5] starting NEW kiro session (no human input)</a:t>
            </a:r>
          </a:p>
          <a:p>
            <a:r>
              <a:rPr sz="1200" b="0">
                <a:solidFill>
                  <a:srgbClr val="8397AB"/>
                </a:solidFill>
                <a:latin typeface="Menlo"/>
                <a:ea typeface="Apple SD Gothic Neo"/>
              </a:rPr>
              <a:t>  │ [tool] Editing DiscountCalculator.java     (16.5s, exit=0)</a:t>
            </a:r>
          </a:p>
          <a:p>
            <a:r>
              <a:rPr sz="1200" b="0">
                <a:solidFill>
                  <a:srgbClr val="FACC15"/>
                </a:solidFill>
                <a:latin typeface="Menlo"/>
                <a:ea typeface="Apple SD Gothic Neo"/>
              </a:rPr>
              <a:t>[FAULT INJECTION] controller removed price validation (NOT the AI's)</a:t>
            </a:r>
          </a:p>
          <a:p>
            <a:r>
              <a:rPr sz="1200" b="0">
                <a:solidFill>
                  <a:srgbClr val="FF6B6B"/>
                </a:solidFill>
                <a:latin typeface="Menlo"/>
                <a:ea typeface="Apple SD Gothic Neo"/>
              </a:rPr>
              <a:t>[QA GATE] FAIL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AssertionError: Expected IllegalArgumentException for price=-1</a:t>
            </a:r>
          </a:p>
          <a:p>
            <a:r>
              <a:rPr sz="1200" b="0">
                <a:solidFill>
                  <a:srgbClr val="31D3B1"/>
                </a:solidFill>
                <a:latin typeface="Menlo"/>
                <a:ea typeface="Apple SD Gothic Neo"/>
              </a:rPr>
              <a:t>[LOOP] QA failed -&gt; feeding failure log into a NEW session</a:t>
            </a:r>
          </a:p>
          <a:p>
            <a:r>
              <a:rPr sz="1200" b="0">
                <a:solidFill>
                  <a:srgbClr val="31D3B1"/>
                </a:solidFill>
                <a:latin typeface="Menlo"/>
                <a:ea typeface="Apple SD Gothic Neo"/>
              </a:rPr>
              <a:t>[LOOP 2/5] starting NEW kiro session (no human input)</a:t>
            </a:r>
          </a:p>
          <a:p>
            <a:r>
              <a:rPr sz="1200" b="0">
                <a:solidFill>
                  <a:srgbClr val="8397AB"/>
                </a:solidFill>
                <a:latin typeface="Menlo"/>
                <a:ea typeface="Apple SD Gothic Neo"/>
              </a:rPr>
              <a:t>  │ The fix is to add price validation. I'll add a check for price &lt; 0</a:t>
            </a:r>
          </a:p>
          <a:p>
            <a:r>
              <a:rPr sz="1200" b="0">
                <a:solidFill>
                  <a:srgbClr val="8397AB"/>
                </a:solidFill>
                <a:latin typeface="Menlo"/>
                <a:ea typeface="Apple SD Gothic Neo"/>
              </a:rPr>
              <a:t>  │ [tool] Editing DiscountCalculator.java     (17.2s, exit=0)</a:t>
            </a:r>
          </a:p>
          <a:p>
            <a:r>
              <a:rPr sz="1200" b="0">
                <a:solidFill>
                  <a:srgbClr val="4ADE80"/>
                </a:solidFill>
                <a:latin typeface="Menlo"/>
                <a:ea typeface="Apple SD Gothic Neo"/>
              </a:rPr>
              <a:t>[QA GATE] PASS   ALL TESTS PASSED</a:t>
            </a:r>
          </a:p>
          <a:p>
            <a:r>
              <a:rPr sz="1200" b="0">
                <a:solidFill>
                  <a:srgbClr val="FF6B6B"/>
                </a:solidFill>
                <a:latin typeface="Menlo"/>
                <a:ea typeface="Apple SD Gothic Neo"/>
              </a:rPr>
              <a:t>RESULT=PASS  iterations=2   loop 1: FAIL (fault injected) / loop 2: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69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ACC15"/>
                </a:solidFill>
              </a:rPr>
              <a:t>※ 1회차 실패는 Controller가 의도적으로 주입한 것 (AI 실패 아님)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증거: Controller가 남긴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DEEB"/>
                </a:solidFill>
              </a:rPr>
              <a:t>.loop/summary.json — 결과·반복 횟수</a:t>
            </a:r>
          </a:p>
          <a:p>
            <a:r>
              <a:rPr sz="1800" b="0">
                <a:solidFill>
                  <a:srgbClr val="CFDEEB"/>
                </a:solidFill>
              </a:rPr>
              <a:t>iteration-NN.json — 회차별 QA 출력</a:t>
            </a:r>
          </a:p>
          <a:p>
            <a:r>
              <a:rPr sz="1800" b="0">
                <a:solidFill>
                  <a:srgbClr val="CFDEEB"/>
                </a:solidFill>
              </a:rPr>
              <a:t>agent-NN.log — Kiro 세션 전체 로그</a:t>
            </a:r>
          </a:p>
          <a:p>
            <a:r>
              <a:rPr sz="1800" b="0">
                <a:solidFill>
                  <a:srgbClr val="CFDEEB"/>
                </a:solidFill>
              </a:rPr>
              <a:t>diff-NN.patch — AI가 바꾼 코드</a:t>
            </a:r>
          </a:p>
          <a:p>
            <a:r>
              <a:rPr sz="1800" b="0">
                <a:solidFill>
                  <a:srgbClr val="CFDEEB"/>
                </a:solidFill>
              </a:rPr>
              <a:t/>
            </a:r>
          </a:p>
          <a:p>
            <a:r>
              <a:rPr sz="1800" b="0">
                <a:solidFill>
                  <a:srgbClr val="31D3B1"/>
                </a:solidFill>
              </a:rPr>
              <a:t>보호 파일 변조 시뮬레이션</a:t>
            </a:r>
          </a:p>
          <a:p>
            <a:r>
              <a:rPr sz="1800" b="0">
                <a:solidFill>
                  <a:srgbClr val="CFDEEB"/>
                </a:solidFill>
              </a:rPr>
              <a:t>→ 자동 복원 + GUARDRAIL_STOP</a:t>
            </a:r>
          </a:p>
          <a:p>
            <a:r>
              <a:rPr sz="1800" b="0">
                <a:solidFill>
                  <a:srgbClr val="CFDEEB"/>
                </a:solidFill>
              </a:rPr>
              <a:t>셸 도구 요청 → 비대화형 모드에서 거부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463040"/>
            <a:ext cx="4663440" cy="384048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903720" y="155448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diff-02.patch  (LOOP 2, Kiro)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/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public static int discount(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    int price, int rate) {</a:t>
            </a:r>
          </a:p>
          <a:p>
            <a:r>
              <a:rPr sz="1200" b="0">
                <a:solidFill>
                  <a:srgbClr val="FF6B6B"/>
                </a:solidFill>
                <a:latin typeface="Menlo"/>
                <a:ea typeface="Apple SD Gothic Neo"/>
              </a:rPr>
              <a:t>- // [FAULT INJECTION] price</a:t>
            </a:r>
          </a:p>
          <a:p>
            <a:r>
              <a:rPr sz="1200" b="0">
                <a:solidFill>
                  <a:srgbClr val="FF6B6B"/>
                </a:solidFill>
                <a:latin typeface="Menlo"/>
                <a:ea typeface="Apple SD Gothic Neo"/>
              </a:rPr>
              <a:t>-    validation removed</a:t>
            </a:r>
          </a:p>
          <a:p>
            <a:r>
              <a:rPr sz="1200" b="0">
                <a:solidFill>
                  <a:srgbClr val="4ADE80"/>
                </a:solidFill>
                <a:latin typeface="Menlo"/>
                <a:ea typeface="Apple SD Gothic Neo"/>
              </a:rPr>
              <a:t>+ if (price &lt; 0) throw new</a:t>
            </a:r>
          </a:p>
          <a:p>
            <a:r>
              <a:rPr sz="1200" b="0">
                <a:solidFill>
                  <a:srgbClr val="4ADE80"/>
                </a:solidFill>
                <a:latin typeface="Menlo"/>
                <a:ea typeface="Apple SD Gothic Neo"/>
              </a:rPr>
              <a:t>+   IllegalArgumentException(</a:t>
            </a:r>
          </a:p>
          <a:p>
            <a:r>
              <a:rPr sz="1200" b="0">
                <a:solidFill>
                  <a:srgbClr val="4ADE80"/>
                </a:solidFill>
                <a:latin typeface="Menlo"/>
                <a:ea typeface="Apple SD Gothic Neo"/>
              </a:rPr>
              <a:t>+     "invalid price");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if (rate &lt; 0 || rate &gt; 100)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  throw new IllegalArgumentException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왜 단순 프롬프트와 다른가?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AI 세션이 끝나도 Controller가 결과를 판정한다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실패 로그를 다음 새 세션에 전달한다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모델이 “성공”이라고 해도 테스트가 실패하면 반복한다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최대 반복 횟수에 도달하면 실패로 종료한다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운영 적용 전 꼭 필요한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실행 환경 격리 / 최소 권한 / 비밀정보 제거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테스트 및 검증기 변조 방지 (데모 검사는 보안 격리 아님)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실행 예산과 타임아웃 / 중복 실행 방지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관측성: 실패 원인·변경 diff·비용·횟수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Human approval: PR 머지·배포·권한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우리 팀에서 어디에 쓸까?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API 테스트 자동 생성 및 실패 복구 제안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CI 실패 원인 분석 → 수정 PR 초안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SonarQube 이슈 수정 → 스캔 → 재검증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단, 테스트 기준 변경과 배포는 사람이 승인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핵심 메시지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Loop = AI를 계속 돌리는 기술이 아니라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“목표 → 실행 → 독립 검증 → 피드백”을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통제 가능한 시스템으로 만드는 방법</a:t>
            </a:r>
          </a:p>
          <a:p>
            <a:pPr>
              <a:spcAft>
                <a:spcPts val="1700"/>
              </a:spcAft>
            </a:pP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질문: 우리 팀의 어떤 작업을 먼저 Loop로 만들까?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